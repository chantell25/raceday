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6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F291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14400" y="1325880"/>
            <a:ext cx="100584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t>RACEDAY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41832" y="24231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>
                <a:solidFill>
                  <a:srgbClr val="AAD3F5"/>
                </a:solidFill>
              </a:defRPr>
            </a:pPr>
            <a:r>
              <a:t>Part 2 — RESTful API Development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3337560"/>
            <a:ext cx="960120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>
                <a:solidFill>
                  <a:srgbClr val="FFFFFF"/>
                </a:solidFill>
              </a:defRPr>
            </a:pPr>
            <a:r>
              <a:t>PROG6212 Programming 2B</a:t>
            </a:r>
            <a:br/>
            <a:r>
              <a:t>Continuation of Part 1 ERD and SQL Server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5897880"/>
            <a:ext cx="9144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FFFFFF"/>
                </a:solidFill>
              </a:defRPr>
            </a:pPr>
            <a:r>
              <a:t>Presenter: ____________________     Student number: ____________________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1. What Part 2 must achieve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Learning outcomes from the assignment brief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Build an ASP.NET Core Web API using C#.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Connect Entity Framework Core to the existing RaceDayDB SQL Server database.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Implement registration, login, session authentication and role-based permissions.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Build endpoints for profiles, events, categories, enrolments and results.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Document and test endpoints with Swagger, unit tests and GitHub Actions.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2. How Part 2 continues Part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Design continuity is a key quality requirement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 1 defined the ERD, endpoint plan and SQL schema; Part 2 implements that design.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The API must map to the same seven tables: UserAccount, OrganiserProfile, ParticipantProfile, Event, Category, Enrollment and Result.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Do not replace the Part 1 schema with a new AppUser/EventCategory model.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 3 will call this API; it must not access SQL Server directly.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3. Application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Request path: Client → Controller → EF Core → SQL Server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Client / Swagger sends an HTTP request.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Controller validates input, checks the logged-in identity and enforces the role.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RaceDayDbContext uses Entity Framework Core to query or update SQL Server.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SQL Server constraints protect keys, relationships and valid data.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The controller returns an appropriate HTTP status and response body.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4. Entity classes — UserAccount and role profiles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These class names and fields mirror Part 1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UserAccount: shared login identity; UserId, FirstName, LastName, Email, PasswordHash, Role, CreatedAt and IsActive.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OrganiserProfile: organisation name and contact number; one-to-one with UserAccount.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ParticipantProfile: date of birth and emergency contact information; one-to-one with UserAccount.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Why separate profiles? Common authentication data stays central while each role has only the fields it needs.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5. Entity classes — RaceEvent and Category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Example: a spring run offers 5 km, 10 km and 21.1 km categories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RaceEvent stores EventName, Description, EventDate, Venue, City and Status.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Each event belongs to one OrganiserProfile; an organiser can own multiple events.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Category stores CategoryName, DistanceKm, MaxParticipants and EntryFee.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One event can have multiple categories. Category is linked to its event using EventId.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6. Entity classes — Enrollment and Result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The API validates that a category belongs to the chosen event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Enrollment connects a ParticipantProfile, Event and Category.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It stores EnrollmentDate, RaceNumber and Status.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A participant may enrol only once per event; race numbers are unique.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Result stores FinishTime, Position, ResultStatus and RecordedAt.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One enrolment can have at most one result.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7. RaceDayDbContext and Entity Framework Core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EF Core is the data-access layer; controllers should not contain raw SQL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RaceDayDbContext is the bridge between C# classes and the SQL Server tables.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DbSet properties represent the seven database entities.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OnModelCreating configures one-to-one and one-to-many relationships.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Unique indexes and composite keys support the Part 1 constraints.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Controllers use async EF Core methods to read and save data.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8. DTOs and PasswordService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Never store or return a user's password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DTO means Data Transfer Object: it defines the fields an endpoint accepts.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Data annotations validate required fields, email format and length.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DTOs avoid exposing internal database entities directly to clients.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PasswordService uses PBKDF2 with a random salt to hash passwords.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Login verifies the submitted password against the hash; plaintext passwords are never stored.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9. Authentication and role-based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Ownership checks also stop one organiser editing another organiser's events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POST /api/auth/register creates an Organiser or Participant account and its matching profile.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POST /api/auth/login validates credentials and issues an HTTP-only authentication cookie.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GET /api/auth/me returns the authenticated user's basic identity; POST /api/auth/logout ends the session.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[Authorize] requires a signed-in user.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[Authorize(Roles = "Organiser")] and Participant-only endpoints prevent cross-role access.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10. Controllers and responsibilities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Keep each controller focused on one resource or feature area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AuthController: register, login, current user and logout.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ProfileController: view and update the signed-in user's basic profile.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EventsController: public event browsing; organiser event CRUD and category management.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EnrollmentsController: participant enrolment, cancellation and own enrolments; organiser event enrolment list.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ResultsController: organiser result entry/update/delete; participant personal result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11. Main API endpoint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Swagger lists routes, request bodies, responses and status codes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GET /api/events and GET /api/events/{id}: public event discovery.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POST, PUT and DELETE /api/events: organiser event management.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GET/POST /api/events/{eventId}/categories: view or add event categories.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POST /api/enrolments/{eventId} and GET /api/enrolments/mine: participant enrolment.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POST /api/events/{eventId}/results/{enrollmentId}; GET /api/results/mine: results.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12. Validation, errors and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Use meaningful responses rather than exposing raw exception details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400 Bad Request: invalid input, such as a negative distance or fee.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401 Unauthorized: missing or invalid login.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403 Forbidden: authenticated user lacks the required role or ownership.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404 Not Found: requested resource is absent or not owned by the user.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409 Conflict: duplicate email/enrolment, full category or existing result.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HTTPS and secure cookies protect session traffic; production deployments need anti-forgery protection.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13. Swagger, tests and GitHub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A green build must be generated by your own repository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Swagger UI makes the API discoverable and testable in a browser.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Unit tests check correct password verification, incorrect-password rejection and that hashes do not reveal plaintext.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Test registration and login for both roles, event CRUD, enrolment and result workflows.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Verify Participants cannot manage events and Organisers cannot enrol as Participants.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GitHub Actions restores, builds and runs tests on push and pull request.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14. How to run and demonstrate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Use your own voice for the required video presentation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Run docs/RaceDayDB.sql in SQL Server Management Studio, then verify the seven tables exist.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Set the connection string in RaceDay.Api/appsettings.json for your SQL Server instance.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Run dotnet restore, dotnet build and dotnet test.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Run the API and open its HTTPS /swagger page.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Register separate Organiser and Participant accounts; demonstrate allowed and forbidden actions.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Capture real screenshots of successful tests and CI; add them to README.md.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15. Part 1 ERD relationships in the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Explain primary keys, foreign keys and cardinalities during the demonstration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UserAccount 1 — 0..1 OrganiserProfile; UserAccount 1 — 0..1 ParticipantProfile.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OrganiserProfile 1 — many Events.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Event 1 — many Categories and Event 1 — many Enrollments.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ParticipantProfile 1 — many Enrollments; Category 1 — many Enrollments.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Enrollment 1 — 0..1 Result.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The composite EventId + CategoryId relationship prevents selecting a category from a different event.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16. Submission checklist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This package is a strong starting point, not a guarantee of a particular mark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Confirm the C# entity names, columns and relationships match the Part 1 ERD/SQL.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Run the SQL script and API in your own environment; resolve any local connection/configuration issues.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Run all tests and confirm the GitHub Actions workflow passes.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Make at least 20 meaningful commits to your own GitHub repository.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Add a real green-build screenshot, setup instructions and your unlisted video link to README.md.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Fill in your student details and follow the submission instructions on ARC.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6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94360" y="347472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42641"/>
                </a:solidFill>
              </a:defRPr>
            </a:pPr>
            <a:r>
              <a:t>17. Closing explanation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98755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1B66AB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55448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 1 planned the data and endpoint contract.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 2 implements the API, data access, authentication and role checks.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Part 3 will use the API to provide separate Organiser and Participant interfaces.</a:t>
            </a:r>
          </a:p>
          <a:p>
            <a:pPr>
              <a:spcAft>
                <a:spcPts val="1300"/>
              </a:spcAft>
              <a:defRPr sz="2000">
                <a:solidFill>
                  <a:srgbClr val="24303C"/>
                </a:solidFill>
              </a:defRPr>
            </a:pPr>
            <a:r>
              <a:t>The central quality principle is consistency: ERD ↔ SQL Server ↔ C# classes ↔ API endpoints.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